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D211-6A81-9ACE-51F5-140C8E146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1CCE8-2F1C-32AB-86FC-7E9894548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A6904-ADBE-6C16-1F53-22243A7F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1840E-1965-7E11-6995-6CD449ACE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593B5-4A67-1971-5310-E9D58393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629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4985-E409-BC7A-981D-9509CD1F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F4EDA-90E3-2073-F7C3-CD50ABA43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A1782-A7CF-A146-C6F8-3730ACF7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5556C-C8BA-5687-C7DF-0BF6CE72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40EFA-4C99-4E73-8597-5109677F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074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5C3B4-3912-9821-E132-7BE7BECE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EBD0-1E04-A062-3B97-FD8B5422E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5686E-478A-9A20-D21A-E67C9497D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C4AE0-DE80-4F83-B72A-A0CB70E8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0AA52-2F0D-D3DB-3381-852906935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665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5A19-DC3D-A622-0984-811EB1B3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93476-2BA6-1D41-E497-FA33508E9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626AA-24A4-8648-BC1C-1F1BA5EC7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6255C-09B6-3AA1-8728-EECFEF82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C1E9B-7FAA-446A-8A5D-B01AE8EF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E3110-5B3E-B236-E0F6-36FCCC4C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59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B7E8-61C2-1635-48B9-725CA334D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6E5CB-CA27-2375-F22D-6A0CEC3FA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4A687-B7EB-F341-384C-846C097BC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43FFFB-AE14-6CAF-3A9C-A5E52E2F5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E706D-2F18-8229-20E0-840FF0D51E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FD51B-1D96-B110-93E9-4FB4E7CF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D160FE-CD2F-2B1F-1384-249147A7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93AD2-729E-3E09-8E11-9F1761E2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960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2F24-ACC1-268B-1D6A-13B23B014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65C02-50FE-D7CD-3B16-8C0C50943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6CA9F-DFD1-00C2-C4F6-CF3955AD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07114-0F74-3F52-BE54-277A3AC7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934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29AA6-DBD5-3DA6-9C60-204242F62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BBF6C-573F-1B7C-DD8F-1E3C3F0B3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8ACCD-B83F-BF50-18F7-F05B65F0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86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21FE-D401-C729-5A6A-742174DAE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E0FC-9BFD-102E-293F-B771F59EC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0778E-3ECA-FD83-E45E-1DD096D21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75129-A68B-0DB0-206D-B38844D8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A63C3-2C3E-7CE0-F28F-7E3822FE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A7DCB-F435-B43B-1078-B765EC5B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805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F85A-9D56-2AD2-4757-21AA527D6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881F4-B4FD-6368-3C99-9F14C00829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50627-C661-7177-4681-39B7835D3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DBB9D-165A-427F-719C-02CD6C76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F3F8F-42DA-4F91-DD1C-969282872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A703F-A914-CAE8-4D12-F5DFFD2E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669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7EC1-FE56-3FA8-8753-6A11F116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D7F66-AC6F-818A-5FF6-26CF2C5F9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9E2D-F890-D762-03BD-862B57D0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9F018-E988-72A7-75CB-F010B06F8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5A955-89AE-14CE-4308-67E7935C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7274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C9C3F-CE81-9E47-EBE1-FB4C473EA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DF9A8-C746-C56E-B26A-7D9708BC7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8415-058A-127D-CFFB-29536FCD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9644F-D288-805A-1057-4DA78A01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00EA9-D3BC-FDC8-4342-D8F591C8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161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C5A237-BF56-A57B-645C-CCE65827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5B907-D572-5052-1F2A-A2538B279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89920-7DBE-50E0-CC34-523824C2D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31558-3E01-439E-B6E2-7853B2E97E21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AB7D3-C173-87D9-737C-947EE122B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DA9E3-E46A-5C40-FC15-94F44850F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6EF98-D375-4278-82A0-60BF2533C1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166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FD758-8CA8-97F0-86A6-673795C8D55E}"/>
              </a:ext>
            </a:extLst>
          </p:cNvPr>
          <p:cNvSpPr/>
          <p:nvPr/>
        </p:nvSpPr>
        <p:spPr>
          <a:xfrm>
            <a:off x="2359742" y="88490"/>
            <a:ext cx="2408903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(C++)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r>
              <a:rPr lang="en-CA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E1664-BDE9-C8D9-CFE3-3745CB0CEEB5}"/>
              </a:ext>
            </a:extLst>
          </p:cNvPr>
          <p:cNvSpPr/>
          <p:nvPr/>
        </p:nvSpPr>
        <p:spPr>
          <a:xfrm>
            <a:off x="3037034" y="1632155"/>
            <a:ext cx="912126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RAM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B6A8E-617B-EFE7-82EB-41E6C14BB692}"/>
              </a:ext>
            </a:extLst>
          </p:cNvPr>
          <p:cNvSpPr/>
          <p:nvPr/>
        </p:nvSpPr>
        <p:spPr>
          <a:xfrm>
            <a:off x="5830530" y="88490"/>
            <a:ext cx="530941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GPU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9D5935-7A52-C77B-8374-E864BCEE7462}"/>
              </a:ext>
            </a:extLst>
          </p:cNvPr>
          <p:cNvSpPr/>
          <p:nvPr/>
        </p:nvSpPr>
        <p:spPr>
          <a:xfrm>
            <a:off x="4113566" y="2708786"/>
            <a:ext cx="2408903" cy="1558413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4E4D52-A290-E5D3-0494-1F5571B038C3}"/>
              </a:ext>
            </a:extLst>
          </p:cNvPr>
          <p:cNvSpPr/>
          <p:nvPr/>
        </p:nvSpPr>
        <p:spPr>
          <a:xfrm>
            <a:off x="11166229" y="3802805"/>
            <a:ext cx="226142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To the screen (back buffer)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40329-D1AC-2AA6-9E5F-9F28FBD8DB21}"/>
              </a:ext>
            </a:extLst>
          </p:cNvPr>
          <p:cNvSpPr/>
          <p:nvPr/>
        </p:nvSpPr>
        <p:spPr>
          <a:xfrm>
            <a:off x="7440657" y="2008418"/>
            <a:ext cx="1556383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9F6F0-10D3-CC44-912C-80D329FB5F3C}"/>
              </a:ext>
            </a:extLst>
          </p:cNvPr>
          <p:cNvSpPr/>
          <p:nvPr/>
        </p:nvSpPr>
        <p:spPr>
          <a:xfrm>
            <a:off x="-3648291" y="1570002"/>
            <a:ext cx="1779638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854930-83AB-D2BB-035E-DDEA1FA8DE37}"/>
              </a:ext>
            </a:extLst>
          </p:cNvPr>
          <p:cNvSpPr/>
          <p:nvPr/>
        </p:nvSpPr>
        <p:spPr>
          <a:xfrm>
            <a:off x="-2010696" y="2767079"/>
            <a:ext cx="1499418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CAC186-645C-EFF0-E5FA-8B3A73966620}"/>
              </a:ext>
            </a:extLst>
          </p:cNvPr>
          <p:cNvSpPr/>
          <p:nvPr/>
        </p:nvSpPr>
        <p:spPr>
          <a:xfrm>
            <a:off x="6590073" y="1570002"/>
            <a:ext cx="929146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E6BA04-5031-51A3-836E-552D71263B94}"/>
              </a:ext>
            </a:extLst>
          </p:cNvPr>
          <p:cNvGrpSpPr/>
          <p:nvPr/>
        </p:nvGrpSpPr>
        <p:grpSpPr>
          <a:xfrm>
            <a:off x="8997040" y="1703259"/>
            <a:ext cx="2838046" cy="3451482"/>
            <a:chOff x="8571075" y="1622323"/>
            <a:chExt cx="2838046" cy="345148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D8208FC-83C2-3DB4-987C-E51904197546}"/>
                </a:ext>
              </a:extLst>
            </p:cNvPr>
            <p:cNvSpPr/>
            <p:nvPr/>
          </p:nvSpPr>
          <p:spPr>
            <a:xfrm>
              <a:off x="8571075" y="1622323"/>
              <a:ext cx="2838046" cy="3451482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/>
                <a:t>Shader “Program”</a:t>
              </a:r>
            </a:p>
            <a:p>
              <a:pPr algn="ctr"/>
              <a:endParaRPr lang="en-CA" dirty="0"/>
            </a:p>
            <a:p>
              <a:pPr algn="ctr"/>
              <a:endParaRPr lang="en-CA" dirty="0"/>
            </a:p>
            <a:p>
              <a:pPr algn="ctr"/>
              <a:endParaRPr lang="en-CA" dirty="0"/>
            </a:p>
            <a:p>
              <a:pPr algn="ctr"/>
              <a:endParaRPr lang="en-CA" dirty="0"/>
            </a:p>
            <a:p>
              <a:pPr algn="ctr"/>
              <a:endParaRPr lang="en-CA" dirty="0"/>
            </a:p>
            <a:p>
              <a:pPr algn="ctr"/>
              <a:endParaRPr lang="en-CA" dirty="0"/>
            </a:p>
            <a:p>
              <a:pPr algn="ctr"/>
              <a:endParaRPr lang="en-CA" dirty="0"/>
            </a:p>
            <a:p>
              <a:pPr algn="ctr"/>
              <a:endParaRPr lang="en-CA" dirty="0"/>
            </a:p>
            <a:p>
              <a:pPr algn="ctr"/>
              <a:endParaRPr lang="en-CA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770166A-DA62-5E5D-EC57-615034048C5E}"/>
                </a:ext>
              </a:extLst>
            </p:cNvPr>
            <p:cNvSpPr/>
            <p:nvPr/>
          </p:nvSpPr>
          <p:spPr>
            <a:xfrm>
              <a:off x="9026013" y="2271253"/>
              <a:ext cx="1986116" cy="835742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Vertex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55A8CC1-47C2-1E03-2710-00949FBA61EF}"/>
                </a:ext>
              </a:extLst>
            </p:cNvPr>
            <p:cNvSpPr/>
            <p:nvPr/>
          </p:nvSpPr>
          <p:spPr>
            <a:xfrm>
              <a:off x="8997040" y="3994534"/>
              <a:ext cx="1986116" cy="835742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Fragment</a:t>
              </a:r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6BB7B67E-06A8-47B3-967E-2CC75F9B0BB9}"/>
                </a:ext>
              </a:extLst>
            </p:cNvPr>
            <p:cNvSpPr/>
            <p:nvPr/>
          </p:nvSpPr>
          <p:spPr>
            <a:xfrm rot="5400000">
              <a:off x="9639431" y="2955872"/>
              <a:ext cx="858125" cy="1219200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800627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FD758-8CA8-97F0-86A6-673795C8D55E}"/>
              </a:ext>
            </a:extLst>
          </p:cNvPr>
          <p:cNvSpPr/>
          <p:nvPr/>
        </p:nvSpPr>
        <p:spPr>
          <a:xfrm>
            <a:off x="2359742" y="88490"/>
            <a:ext cx="2408903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(C++)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r>
              <a:rPr lang="en-CA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E1664-BDE9-C8D9-CFE3-3745CB0CEEB5}"/>
              </a:ext>
            </a:extLst>
          </p:cNvPr>
          <p:cNvSpPr/>
          <p:nvPr/>
        </p:nvSpPr>
        <p:spPr>
          <a:xfrm>
            <a:off x="3037034" y="1632155"/>
            <a:ext cx="912126" cy="16665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RAM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B6A8E-617B-EFE7-82EB-41E6C14BB692}"/>
              </a:ext>
            </a:extLst>
          </p:cNvPr>
          <p:cNvSpPr/>
          <p:nvPr/>
        </p:nvSpPr>
        <p:spPr>
          <a:xfrm>
            <a:off x="5830530" y="88490"/>
            <a:ext cx="530941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GPU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9D5935-7A52-C77B-8374-E864BCEE7462}"/>
              </a:ext>
            </a:extLst>
          </p:cNvPr>
          <p:cNvSpPr/>
          <p:nvPr/>
        </p:nvSpPr>
        <p:spPr>
          <a:xfrm>
            <a:off x="4251364" y="2767079"/>
            <a:ext cx="2273617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8208FC-83C2-3DB4-987C-E51904197546}"/>
              </a:ext>
            </a:extLst>
          </p:cNvPr>
          <p:cNvSpPr/>
          <p:nvPr/>
        </p:nvSpPr>
        <p:spPr>
          <a:xfrm>
            <a:off x="8554065" y="1622323"/>
            <a:ext cx="2792361" cy="2969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Shader “Program”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70166A-DA62-5E5D-EC57-615034048C5E}"/>
              </a:ext>
            </a:extLst>
          </p:cNvPr>
          <p:cNvSpPr/>
          <p:nvPr/>
        </p:nvSpPr>
        <p:spPr>
          <a:xfrm>
            <a:off x="9026013" y="2271253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Vertex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5A8CC1-47C2-1E03-2710-00949FBA61EF}"/>
              </a:ext>
            </a:extLst>
          </p:cNvPr>
          <p:cNvSpPr/>
          <p:nvPr/>
        </p:nvSpPr>
        <p:spPr>
          <a:xfrm>
            <a:off x="9026013" y="3298724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Fragment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4E4D52-A290-E5D3-0494-1F5571B038C3}"/>
              </a:ext>
            </a:extLst>
          </p:cNvPr>
          <p:cNvSpPr/>
          <p:nvPr/>
        </p:nvSpPr>
        <p:spPr>
          <a:xfrm>
            <a:off x="11611896" y="2571136"/>
            <a:ext cx="226142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To the screen (back buffer)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40329-D1AC-2AA6-9E5F-9F28FBD8DB21}"/>
              </a:ext>
            </a:extLst>
          </p:cNvPr>
          <p:cNvSpPr/>
          <p:nvPr/>
        </p:nvSpPr>
        <p:spPr>
          <a:xfrm>
            <a:off x="7977649" y="2531806"/>
            <a:ext cx="1565787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9F6F0-10D3-CC44-912C-80D329FB5F3C}"/>
              </a:ext>
            </a:extLst>
          </p:cNvPr>
          <p:cNvSpPr/>
          <p:nvPr/>
        </p:nvSpPr>
        <p:spPr>
          <a:xfrm>
            <a:off x="-3648291" y="1570002"/>
            <a:ext cx="1779638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854930-83AB-D2BB-035E-DDEA1FA8DE37}"/>
              </a:ext>
            </a:extLst>
          </p:cNvPr>
          <p:cNvSpPr/>
          <p:nvPr/>
        </p:nvSpPr>
        <p:spPr>
          <a:xfrm>
            <a:off x="-2010696" y="2767079"/>
            <a:ext cx="1499418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CAC186-645C-EFF0-E5FA-8B3A73966620}"/>
              </a:ext>
            </a:extLst>
          </p:cNvPr>
          <p:cNvSpPr/>
          <p:nvPr/>
        </p:nvSpPr>
        <p:spPr>
          <a:xfrm>
            <a:off x="6629404" y="1017639"/>
            <a:ext cx="929146" cy="1981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9CD240-80F7-5F46-E22C-4FCFDDA86F96}"/>
              </a:ext>
            </a:extLst>
          </p:cNvPr>
          <p:cNvSpPr/>
          <p:nvPr/>
        </p:nvSpPr>
        <p:spPr>
          <a:xfrm>
            <a:off x="3060294" y="3716595"/>
            <a:ext cx="912126" cy="16665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C7C08-B939-4B0C-4C84-134CAD938771}"/>
              </a:ext>
            </a:extLst>
          </p:cNvPr>
          <p:cNvSpPr/>
          <p:nvPr/>
        </p:nvSpPr>
        <p:spPr>
          <a:xfrm>
            <a:off x="6563034" y="3608439"/>
            <a:ext cx="929146" cy="1981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</p:spTree>
    <p:extLst>
      <p:ext uri="{BB962C8B-B14F-4D97-AF65-F5344CB8AC3E}">
        <p14:creationId xmlns:p14="http://schemas.microsoft.com/office/powerpoint/2010/main" val="365333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FD758-8CA8-97F0-86A6-673795C8D55E}"/>
              </a:ext>
            </a:extLst>
          </p:cNvPr>
          <p:cNvSpPr/>
          <p:nvPr/>
        </p:nvSpPr>
        <p:spPr>
          <a:xfrm>
            <a:off x="1292596" y="88490"/>
            <a:ext cx="3476050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(C++)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r>
              <a:rPr lang="en-CA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E1664-BDE9-C8D9-CFE3-3745CB0CEEB5}"/>
              </a:ext>
            </a:extLst>
          </p:cNvPr>
          <p:cNvSpPr/>
          <p:nvPr/>
        </p:nvSpPr>
        <p:spPr>
          <a:xfrm>
            <a:off x="1490659" y="1423219"/>
            <a:ext cx="1031434" cy="200578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Vertices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B6A8E-617B-EFE7-82EB-41E6C14BB692}"/>
              </a:ext>
            </a:extLst>
          </p:cNvPr>
          <p:cNvSpPr/>
          <p:nvPr/>
        </p:nvSpPr>
        <p:spPr>
          <a:xfrm>
            <a:off x="5830530" y="88490"/>
            <a:ext cx="530941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GPU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9D5935-7A52-C77B-8374-E864BCEE7462}"/>
              </a:ext>
            </a:extLst>
          </p:cNvPr>
          <p:cNvSpPr/>
          <p:nvPr/>
        </p:nvSpPr>
        <p:spPr>
          <a:xfrm>
            <a:off x="4251364" y="2767079"/>
            <a:ext cx="2273617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8208FC-83C2-3DB4-987C-E51904197546}"/>
              </a:ext>
            </a:extLst>
          </p:cNvPr>
          <p:cNvSpPr/>
          <p:nvPr/>
        </p:nvSpPr>
        <p:spPr>
          <a:xfrm>
            <a:off x="8554065" y="1622323"/>
            <a:ext cx="2792361" cy="2969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Shader “Program”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70166A-DA62-5E5D-EC57-615034048C5E}"/>
              </a:ext>
            </a:extLst>
          </p:cNvPr>
          <p:cNvSpPr/>
          <p:nvPr/>
        </p:nvSpPr>
        <p:spPr>
          <a:xfrm>
            <a:off x="9026013" y="2271253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Vertex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5A8CC1-47C2-1E03-2710-00949FBA61EF}"/>
              </a:ext>
            </a:extLst>
          </p:cNvPr>
          <p:cNvSpPr/>
          <p:nvPr/>
        </p:nvSpPr>
        <p:spPr>
          <a:xfrm>
            <a:off x="9026013" y="3298724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Fragment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4E4D52-A290-E5D3-0494-1F5571B038C3}"/>
              </a:ext>
            </a:extLst>
          </p:cNvPr>
          <p:cNvSpPr/>
          <p:nvPr/>
        </p:nvSpPr>
        <p:spPr>
          <a:xfrm>
            <a:off x="11611896" y="2571136"/>
            <a:ext cx="226142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To the screen (back buffer)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40329-D1AC-2AA6-9E5F-9F28FBD8DB21}"/>
              </a:ext>
            </a:extLst>
          </p:cNvPr>
          <p:cNvSpPr/>
          <p:nvPr/>
        </p:nvSpPr>
        <p:spPr>
          <a:xfrm>
            <a:off x="7977649" y="2531806"/>
            <a:ext cx="1565787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9F6F0-10D3-CC44-912C-80D329FB5F3C}"/>
              </a:ext>
            </a:extLst>
          </p:cNvPr>
          <p:cNvSpPr/>
          <p:nvPr/>
        </p:nvSpPr>
        <p:spPr>
          <a:xfrm>
            <a:off x="-1518476" y="1199536"/>
            <a:ext cx="1779638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854930-83AB-D2BB-035E-DDEA1FA8DE37}"/>
              </a:ext>
            </a:extLst>
          </p:cNvPr>
          <p:cNvSpPr/>
          <p:nvPr/>
        </p:nvSpPr>
        <p:spPr>
          <a:xfrm>
            <a:off x="-69458" y="2571136"/>
            <a:ext cx="1499418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CAC186-645C-EFF0-E5FA-8B3A73966620}"/>
              </a:ext>
            </a:extLst>
          </p:cNvPr>
          <p:cNvSpPr/>
          <p:nvPr/>
        </p:nvSpPr>
        <p:spPr>
          <a:xfrm>
            <a:off x="6786742" y="1054509"/>
            <a:ext cx="929146" cy="452775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2005D-24B1-6C8F-15DD-E7576D9A8BF6}"/>
              </a:ext>
            </a:extLst>
          </p:cNvPr>
          <p:cNvSpPr/>
          <p:nvPr/>
        </p:nvSpPr>
        <p:spPr>
          <a:xfrm>
            <a:off x="1535415" y="3620731"/>
            <a:ext cx="1031434" cy="200578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Faces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950A47-E556-1D38-9983-6481AA81609C}"/>
              </a:ext>
            </a:extLst>
          </p:cNvPr>
          <p:cNvSpPr/>
          <p:nvPr/>
        </p:nvSpPr>
        <p:spPr>
          <a:xfrm>
            <a:off x="3219930" y="1423219"/>
            <a:ext cx="1031434" cy="429915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Vertices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8CD2C7A-17C4-5CF2-4D6E-63AB3CB87B7B}"/>
              </a:ext>
            </a:extLst>
          </p:cNvPr>
          <p:cNvSpPr/>
          <p:nvPr/>
        </p:nvSpPr>
        <p:spPr>
          <a:xfrm>
            <a:off x="2450346" y="2819399"/>
            <a:ext cx="1176901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2024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FD758-8CA8-97F0-86A6-673795C8D55E}"/>
              </a:ext>
            </a:extLst>
          </p:cNvPr>
          <p:cNvSpPr/>
          <p:nvPr/>
        </p:nvSpPr>
        <p:spPr>
          <a:xfrm>
            <a:off x="1292596" y="88490"/>
            <a:ext cx="3476050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(C++)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r>
              <a:rPr lang="en-CA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E1664-BDE9-C8D9-CFE3-3745CB0CEEB5}"/>
              </a:ext>
            </a:extLst>
          </p:cNvPr>
          <p:cNvSpPr/>
          <p:nvPr/>
        </p:nvSpPr>
        <p:spPr>
          <a:xfrm>
            <a:off x="2132847" y="1370899"/>
            <a:ext cx="1031434" cy="200578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Vertices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B6A8E-617B-EFE7-82EB-41E6C14BB692}"/>
              </a:ext>
            </a:extLst>
          </p:cNvPr>
          <p:cNvSpPr/>
          <p:nvPr/>
        </p:nvSpPr>
        <p:spPr>
          <a:xfrm>
            <a:off x="5830530" y="88490"/>
            <a:ext cx="530941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GPU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9D5935-7A52-C77B-8374-E864BCEE7462}"/>
              </a:ext>
            </a:extLst>
          </p:cNvPr>
          <p:cNvSpPr/>
          <p:nvPr/>
        </p:nvSpPr>
        <p:spPr>
          <a:xfrm>
            <a:off x="3164282" y="2767079"/>
            <a:ext cx="336070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8208FC-83C2-3DB4-987C-E51904197546}"/>
              </a:ext>
            </a:extLst>
          </p:cNvPr>
          <p:cNvSpPr/>
          <p:nvPr/>
        </p:nvSpPr>
        <p:spPr>
          <a:xfrm>
            <a:off x="8554065" y="1622323"/>
            <a:ext cx="2792361" cy="2969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Shader “Program”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70166A-DA62-5E5D-EC57-615034048C5E}"/>
              </a:ext>
            </a:extLst>
          </p:cNvPr>
          <p:cNvSpPr/>
          <p:nvPr/>
        </p:nvSpPr>
        <p:spPr>
          <a:xfrm>
            <a:off x="9026013" y="2271253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Vertex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5A8CC1-47C2-1E03-2710-00949FBA61EF}"/>
              </a:ext>
            </a:extLst>
          </p:cNvPr>
          <p:cNvSpPr/>
          <p:nvPr/>
        </p:nvSpPr>
        <p:spPr>
          <a:xfrm>
            <a:off x="9026013" y="3298724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Fragment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4E4D52-A290-E5D3-0494-1F5571B038C3}"/>
              </a:ext>
            </a:extLst>
          </p:cNvPr>
          <p:cNvSpPr/>
          <p:nvPr/>
        </p:nvSpPr>
        <p:spPr>
          <a:xfrm>
            <a:off x="11611896" y="2571136"/>
            <a:ext cx="226142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To the screen (back buffer)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40329-D1AC-2AA6-9E5F-9F28FBD8DB21}"/>
              </a:ext>
            </a:extLst>
          </p:cNvPr>
          <p:cNvSpPr/>
          <p:nvPr/>
        </p:nvSpPr>
        <p:spPr>
          <a:xfrm>
            <a:off x="7977649" y="2531806"/>
            <a:ext cx="1565787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9F6F0-10D3-CC44-912C-80D329FB5F3C}"/>
              </a:ext>
            </a:extLst>
          </p:cNvPr>
          <p:cNvSpPr/>
          <p:nvPr/>
        </p:nvSpPr>
        <p:spPr>
          <a:xfrm>
            <a:off x="-1518476" y="1199536"/>
            <a:ext cx="1779638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854930-83AB-D2BB-035E-DDEA1FA8DE37}"/>
              </a:ext>
            </a:extLst>
          </p:cNvPr>
          <p:cNvSpPr/>
          <p:nvPr/>
        </p:nvSpPr>
        <p:spPr>
          <a:xfrm>
            <a:off x="-69458" y="2571136"/>
            <a:ext cx="1499418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CAC186-645C-EFF0-E5FA-8B3A73966620}"/>
              </a:ext>
            </a:extLst>
          </p:cNvPr>
          <p:cNvSpPr/>
          <p:nvPr/>
        </p:nvSpPr>
        <p:spPr>
          <a:xfrm>
            <a:off x="6627560" y="1054506"/>
            <a:ext cx="929146" cy="22442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32005D-24B1-6C8F-15DD-E7576D9A8BF6}"/>
              </a:ext>
            </a:extLst>
          </p:cNvPr>
          <p:cNvSpPr/>
          <p:nvPr/>
        </p:nvSpPr>
        <p:spPr>
          <a:xfrm>
            <a:off x="2132847" y="3654791"/>
            <a:ext cx="1031434" cy="200578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Faces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634C9A-65D5-0306-D210-F6B46E358E37}"/>
              </a:ext>
            </a:extLst>
          </p:cNvPr>
          <p:cNvSpPr/>
          <p:nvPr/>
        </p:nvSpPr>
        <p:spPr>
          <a:xfrm>
            <a:off x="6658007" y="3588776"/>
            <a:ext cx="1031434" cy="200578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Index 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Element</a:t>
            </a:r>
          </a:p>
        </p:txBody>
      </p:sp>
    </p:spTree>
    <p:extLst>
      <p:ext uri="{BB962C8B-B14F-4D97-AF65-F5344CB8AC3E}">
        <p14:creationId xmlns:p14="http://schemas.microsoft.com/office/powerpoint/2010/main" val="4259800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5FD758-8CA8-97F0-86A6-673795C8D55E}"/>
              </a:ext>
            </a:extLst>
          </p:cNvPr>
          <p:cNvSpPr/>
          <p:nvPr/>
        </p:nvSpPr>
        <p:spPr>
          <a:xfrm>
            <a:off x="1292596" y="88490"/>
            <a:ext cx="3476050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(C++)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r>
              <a:rPr lang="en-CA" dirty="0"/>
              <a:t>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B6A8E-617B-EFE7-82EB-41E6C14BB692}"/>
              </a:ext>
            </a:extLst>
          </p:cNvPr>
          <p:cNvSpPr/>
          <p:nvPr/>
        </p:nvSpPr>
        <p:spPr>
          <a:xfrm>
            <a:off x="5899356" y="68824"/>
            <a:ext cx="5309418" cy="6459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GPU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9D5935-7A52-C77B-8374-E864BCEE7462}"/>
              </a:ext>
            </a:extLst>
          </p:cNvPr>
          <p:cNvSpPr/>
          <p:nvPr/>
        </p:nvSpPr>
        <p:spPr>
          <a:xfrm>
            <a:off x="4486589" y="1312606"/>
            <a:ext cx="1944326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8208FC-83C2-3DB4-987C-E51904197546}"/>
              </a:ext>
            </a:extLst>
          </p:cNvPr>
          <p:cNvSpPr/>
          <p:nvPr/>
        </p:nvSpPr>
        <p:spPr>
          <a:xfrm>
            <a:off x="8554065" y="1622323"/>
            <a:ext cx="2792361" cy="2969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Shader “Program”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70166A-DA62-5E5D-EC57-615034048C5E}"/>
              </a:ext>
            </a:extLst>
          </p:cNvPr>
          <p:cNvSpPr/>
          <p:nvPr/>
        </p:nvSpPr>
        <p:spPr>
          <a:xfrm>
            <a:off x="9026013" y="2271253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Vertex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5A8CC1-47C2-1E03-2710-00949FBA61EF}"/>
              </a:ext>
            </a:extLst>
          </p:cNvPr>
          <p:cNvSpPr/>
          <p:nvPr/>
        </p:nvSpPr>
        <p:spPr>
          <a:xfrm>
            <a:off x="9026013" y="3298724"/>
            <a:ext cx="1986116" cy="83574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Fragment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4E4D52-A290-E5D3-0494-1F5571B038C3}"/>
              </a:ext>
            </a:extLst>
          </p:cNvPr>
          <p:cNvSpPr/>
          <p:nvPr/>
        </p:nvSpPr>
        <p:spPr>
          <a:xfrm>
            <a:off x="11611896" y="2571136"/>
            <a:ext cx="2261420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To the screen (back buffer)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F240329-D1AC-2AA6-9E5F-9F28FBD8DB21}"/>
              </a:ext>
            </a:extLst>
          </p:cNvPr>
          <p:cNvSpPr/>
          <p:nvPr/>
        </p:nvSpPr>
        <p:spPr>
          <a:xfrm>
            <a:off x="7502016" y="1779639"/>
            <a:ext cx="1565787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     VL 	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9F6F0-10D3-CC44-912C-80D329FB5F3C}"/>
              </a:ext>
            </a:extLst>
          </p:cNvPr>
          <p:cNvSpPr/>
          <p:nvPr/>
        </p:nvSpPr>
        <p:spPr>
          <a:xfrm>
            <a:off x="-1518476" y="1199536"/>
            <a:ext cx="1779638" cy="3962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4854930-83AB-D2BB-035E-DDEA1FA8DE37}"/>
              </a:ext>
            </a:extLst>
          </p:cNvPr>
          <p:cNvSpPr/>
          <p:nvPr/>
        </p:nvSpPr>
        <p:spPr>
          <a:xfrm>
            <a:off x="-69458" y="2571136"/>
            <a:ext cx="1499418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CAC186-645C-EFF0-E5FA-8B3A73966620}"/>
              </a:ext>
            </a:extLst>
          </p:cNvPr>
          <p:cNvSpPr/>
          <p:nvPr/>
        </p:nvSpPr>
        <p:spPr>
          <a:xfrm>
            <a:off x="6627560" y="329382"/>
            <a:ext cx="929146" cy="25416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Vertex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26B8F-0F7F-5215-2B75-F6535A80B784}"/>
              </a:ext>
            </a:extLst>
          </p:cNvPr>
          <p:cNvSpPr/>
          <p:nvPr/>
        </p:nvSpPr>
        <p:spPr>
          <a:xfrm>
            <a:off x="1450575" y="1138084"/>
            <a:ext cx="1031434" cy="239169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Format from file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983A4B-5E00-9FF3-8BE0-0E917D42BF22}"/>
              </a:ext>
            </a:extLst>
          </p:cNvPr>
          <p:cNvSpPr/>
          <p:nvPr/>
        </p:nvSpPr>
        <p:spPr>
          <a:xfrm>
            <a:off x="6636825" y="3180736"/>
            <a:ext cx="929146" cy="31512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Element</a:t>
            </a:r>
          </a:p>
          <a:p>
            <a:pPr algn="ctr"/>
            <a:r>
              <a:rPr lang="en-CA" dirty="0"/>
              <a:t>buffer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9CFCD2-E4B0-E4EB-3684-069A93151F40}"/>
              </a:ext>
            </a:extLst>
          </p:cNvPr>
          <p:cNvSpPr/>
          <p:nvPr/>
        </p:nvSpPr>
        <p:spPr>
          <a:xfrm>
            <a:off x="3405517" y="1106130"/>
            <a:ext cx="1031434" cy="23916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Format Shader wants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522362C-6638-6511-4DB0-D2A8BC431F1C}"/>
              </a:ext>
            </a:extLst>
          </p:cNvPr>
          <p:cNvSpPr/>
          <p:nvPr/>
        </p:nvSpPr>
        <p:spPr>
          <a:xfrm>
            <a:off x="2482009" y="2708787"/>
            <a:ext cx="1098936" cy="1219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B79025-2823-FFE5-BEE3-D736D10F1D73}"/>
              </a:ext>
            </a:extLst>
          </p:cNvPr>
          <p:cNvSpPr/>
          <p:nvPr/>
        </p:nvSpPr>
        <p:spPr>
          <a:xfrm>
            <a:off x="1467613" y="3891116"/>
            <a:ext cx="1031434" cy="239169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Format from file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C6D7EF-A7E8-D59D-A0EC-B59E08A96ED8}"/>
              </a:ext>
            </a:extLst>
          </p:cNvPr>
          <p:cNvSpPr/>
          <p:nvPr/>
        </p:nvSpPr>
        <p:spPr>
          <a:xfrm>
            <a:off x="3411387" y="3891115"/>
            <a:ext cx="1031434" cy="23916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Format Shader wants</a:t>
            </a:r>
          </a:p>
        </p:txBody>
      </p:sp>
    </p:spTree>
    <p:extLst>
      <p:ext uri="{BB962C8B-B14F-4D97-AF65-F5344CB8AC3E}">
        <p14:creationId xmlns:p14="http://schemas.microsoft.com/office/powerpoint/2010/main" val="264737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143</Words>
  <Application>Microsoft Office PowerPoint</Application>
  <PresentationFormat>Widescreen</PresentationFormat>
  <Paragraphs>263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Feeney, Michael</dc:creator>
  <cp:lastModifiedBy>Feeney, Michael</cp:lastModifiedBy>
  <cp:revision>3</cp:revision>
  <dcterms:created xsi:type="dcterms:W3CDTF">2026-05-13T19:17:02Z</dcterms:created>
  <dcterms:modified xsi:type="dcterms:W3CDTF">2026-05-23T11:42:20Z</dcterms:modified>
</cp:coreProperties>
</file>