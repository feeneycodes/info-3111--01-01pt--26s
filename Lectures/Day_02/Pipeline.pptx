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D211-6A81-9ACE-51F5-140C8E146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1CCE8-2F1C-32AB-86FC-7E9894548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6904-ADBE-6C16-1F53-22243A7F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840E-1965-7E11-6995-6CD449ACE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93B5-4A67-1971-5310-E9D58393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629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4985-E409-BC7A-981D-9509CD1F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4EDA-90E3-2073-F7C3-CD50ABA43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1782-A7CF-A146-C6F8-3730ACF7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5556C-C8BA-5687-C7DF-0BF6CE72C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40EFA-4C99-4E73-8597-5109677F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745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C3B4-3912-9821-E132-7BE7BECE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EBD0-1E04-A062-3B97-FD8B5422E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686E-478A-9A20-D21A-E67C9497D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C4AE0-DE80-4F83-B72A-A0CB70E8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A52-2F0D-D3DB-3381-85290693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65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5A19-DC3D-A622-0984-811EB1B3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3476-2BA6-1D41-E497-FA33508E9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26AA-24A4-8648-BC1C-1F1BA5EC7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255C-09B6-3AA1-8728-EECFEF8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C1E9B-7FAA-446A-8A5D-B01AE8EFB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E3110-5B3E-B236-E0F6-36FCCC4C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159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B7E8-61C2-1635-48B9-725CA334D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6E5CB-CA27-2375-F22D-6A0CEC3FA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94A687-B7EB-F341-384C-846C097BC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43FFFB-AE14-6CAF-3A9C-A5E52E2F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E706D-2F18-8229-20E0-840FF0D51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FD51B-1D96-B110-93E9-4FB4E7CF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160FE-CD2F-2B1F-1384-249147A7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B93AD2-729E-3E09-8E11-9F1761E2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960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12F24-ACC1-268B-1D6A-13B23B01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65C02-50FE-D7CD-3B16-8C0C50943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6CA9F-DFD1-00C2-C4F6-CF3955AD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07114-0F74-3F52-BE54-277A3AC7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348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29AA6-DBD5-3DA6-9C60-204242F6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BBF6C-573F-1B7C-DD8F-1E3C3F0B3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8ACCD-B83F-BF50-18F7-F05B65F05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21FE-D401-C729-5A6A-742174DA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E0FC-9BFD-102E-293F-B771F59EC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0778E-3ECA-FD83-E45E-1DD096D21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75129-A68B-0DB0-206D-B38844D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A63C3-2C3E-7CE0-F28F-7E3822FE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A7DCB-F435-B43B-1078-B765EC5B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8057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7F85A-9D56-2AD2-4757-21AA527D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881F4-B4FD-6368-3C99-9F14C0082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50627-C661-7177-4681-39B7835D3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BB9D-165A-427F-719C-02CD6C76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F3F8F-42DA-4F91-DD1C-9692828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A703F-A914-CAE8-4D12-F5DFFD2E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6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A7EC1-FE56-3FA8-8753-6A11F116C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D7F66-AC6F-818A-5FF6-26CF2C5F9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9E2D-F890-D762-03BD-862B57D03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F018-E988-72A7-75CB-F010B06F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A955-89AE-14CE-4308-67E7935C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727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C9C3F-CE81-9E47-EBE1-FB4C473E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DF9A8-C746-C56E-B26A-7D9708BC7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8415-058A-127D-CFFB-29536FCD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9644F-D288-805A-1057-4DA78A013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00EA9-D3BC-FDC8-4342-D8F591C8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161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5A237-BF56-A57B-645C-CCE65827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5B907-D572-5052-1F2A-A2538B279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89920-7DBE-50E0-CC34-523824C2D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B7D3-C173-87D9-737C-947EE122B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DA9E3-E46A-5C40-FC15-94F44850F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166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1506792"/>
            <a:ext cx="91212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440657" y="2008418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3648291" y="1570002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2010696" y="2767079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3" y="1570002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800627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1506792"/>
            <a:ext cx="91212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440657" y="2008418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34135" y="1447800"/>
            <a:ext cx="143046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633513" y="2664541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3" y="1570002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671686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511277"/>
            <a:ext cx="912126" cy="565354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16835" y="370989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633513" y="2664541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2" y="309716"/>
            <a:ext cx="1197197" cy="5855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DD544C0-A8F0-C665-8F6B-D320B24C247C}"/>
              </a:ext>
            </a:extLst>
          </p:cNvPr>
          <p:cNvSpPr/>
          <p:nvPr/>
        </p:nvSpPr>
        <p:spPr>
          <a:xfrm>
            <a:off x="212886" y="3372644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298F89-A5DB-1897-9292-B61E3B711DCD}"/>
              </a:ext>
            </a:extLst>
          </p:cNvPr>
          <p:cNvSpPr/>
          <p:nvPr/>
        </p:nvSpPr>
        <p:spPr>
          <a:xfrm>
            <a:off x="3282690" y="717397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FFB428-EC4B-0EA9-BEFD-7682BA234621}"/>
              </a:ext>
            </a:extLst>
          </p:cNvPr>
          <p:cNvSpPr/>
          <p:nvPr/>
        </p:nvSpPr>
        <p:spPr>
          <a:xfrm>
            <a:off x="3260177" y="3551202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7F71A7-C047-5588-4F7D-806895F7A0F2}"/>
              </a:ext>
            </a:extLst>
          </p:cNvPr>
          <p:cNvSpPr/>
          <p:nvPr/>
        </p:nvSpPr>
        <p:spPr>
          <a:xfrm>
            <a:off x="6995602" y="309716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354CA3-6D14-B24A-C221-315D14E5DAAC}"/>
              </a:ext>
            </a:extLst>
          </p:cNvPr>
          <p:cNvSpPr/>
          <p:nvPr/>
        </p:nvSpPr>
        <p:spPr>
          <a:xfrm>
            <a:off x="7027316" y="3049183"/>
            <a:ext cx="1338070" cy="20525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87060" y="1464650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</p:spTree>
    <p:extLst>
      <p:ext uri="{BB962C8B-B14F-4D97-AF65-F5344CB8AC3E}">
        <p14:creationId xmlns:p14="http://schemas.microsoft.com/office/powerpoint/2010/main" val="383414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37034" y="1632155"/>
            <a:ext cx="912126" cy="16665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251364" y="2767079"/>
            <a:ext cx="227361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77649" y="253180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3648291" y="1570002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2010696" y="2767079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29404" y="1017639"/>
            <a:ext cx="929146" cy="1981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9CD240-80F7-5F46-E22C-4FCFDDA86F96}"/>
              </a:ext>
            </a:extLst>
          </p:cNvPr>
          <p:cNvSpPr/>
          <p:nvPr/>
        </p:nvSpPr>
        <p:spPr>
          <a:xfrm>
            <a:off x="3060294" y="3716595"/>
            <a:ext cx="912126" cy="16665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C7C08-B939-4B0C-4C84-134CAD938771}"/>
              </a:ext>
            </a:extLst>
          </p:cNvPr>
          <p:cNvSpPr/>
          <p:nvPr/>
        </p:nvSpPr>
        <p:spPr>
          <a:xfrm>
            <a:off x="6563034" y="3608439"/>
            <a:ext cx="929146" cy="1981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3653337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292596" y="88490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1490659" y="1423219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251364" y="2767079"/>
            <a:ext cx="227361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702345" y="196153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27716" y="1447799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1945" y="209918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786742" y="1054509"/>
            <a:ext cx="929146" cy="45277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2005D-24B1-6C8F-15DD-E7576D9A8BF6}"/>
              </a:ext>
            </a:extLst>
          </p:cNvPr>
          <p:cNvSpPr/>
          <p:nvPr/>
        </p:nvSpPr>
        <p:spPr>
          <a:xfrm>
            <a:off x="1503940" y="3985751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950A47-E556-1D38-9983-6481AA81609C}"/>
              </a:ext>
            </a:extLst>
          </p:cNvPr>
          <p:cNvSpPr/>
          <p:nvPr/>
        </p:nvSpPr>
        <p:spPr>
          <a:xfrm>
            <a:off x="3219930" y="1423219"/>
            <a:ext cx="1031434" cy="42991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Vertices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E8CD2C7A-17C4-5CF2-4D6E-63AB3CB87B7B}"/>
              </a:ext>
            </a:extLst>
          </p:cNvPr>
          <p:cNvSpPr/>
          <p:nvPr/>
        </p:nvSpPr>
        <p:spPr>
          <a:xfrm>
            <a:off x="2450346" y="2819399"/>
            <a:ext cx="1176901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2024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292596" y="88490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2132847" y="1370899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Vertices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3164282" y="2767079"/>
            <a:ext cx="336070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77649" y="253180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18476" y="1199536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27560" y="1054506"/>
            <a:ext cx="929146" cy="224421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2005D-24B1-6C8F-15DD-E7576D9A8BF6}"/>
              </a:ext>
            </a:extLst>
          </p:cNvPr>
          <p:cNvSpPr/>
          <p:nvPr/>
        </p:nvSpPr>
        <p:spPr>
          <a:xfrm>
            <a:off x="2132847" y="3654791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634C9A-65D5-0306-D210-F6B46E358E37}"/>
              </a:ext>
            </a:extLst>
          </p:cNvPr>
          <p:cNvSpPr/>
          <p:nvPr/>
        </p:nvSpPr>
        <p:spPr>
          <a:xfrm>
            <a:off x="6658007" y="3588776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Index 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4259800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313211" y="299884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99356" y="68824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486589" y="1312606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541010" y="1814053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    VL 	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18476" y="1199536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09739" y="299884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626B8F-0F7F-5215-2B75-F6535A80B784}"/>
              </a:ext>
            </a:extLst>
          </p:cNvPr>
          <p:cNvSpPr/>
          <p:nvPr/>
        </p:nvSpPr>
        <p:spPr>
          <a:xfrm>
            <a:off x="1450575" y="1138084"/>
            <a:ext cx="1031434" cy="23916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983A4B-5E00-9FF3-8BE0-0E917D42BF22}"/>
              </a:ext>
            </a:extLst>
          </p:cNvPr>
          <p:cNvSpPr/>
          <p:nvPr/>
        </p:nvSpPr>
        <p:spPr>
          <a:xfrm>
            <a:off x="6636824" y="3180736"/>
            <a:ext cx="1120827" cy="31512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9CFCD2-E4B0-E4EB-3684-069A93151F40}"/>
              </a:ext>
            </a:extLst>
          </p:cNvPr>
          <p:cNvSpPr/>
          <p:nvPr/>
        </p:nvSpPr>
        <p:spPr>
          <a:xfrm>
            <a:off x="3484050" y="914397"/>
            <a:ext cx="1031434" cy="239169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522362C-6638-6511-4DB0-D2A8BC431F1C}"/>
              </a:ext>
            </a:extLst>
          </p:cNvPr>
          <p:cNvSpPr/>
          <p:nvPr/>
        </p:nvSpPr>
        <p:spPr>
          <a:xfrm>
            <a:off x="2502624" y="3180736"/>
            <a:ext cx="109893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B79025-2823-FFE5-BEE3-D736D10F1D73}"/>
              </a:ext>
            </a:extLst>
          </p:cNvPr>
          <p:cNvSpPr/>
          <p:nvPr/>
        </p:nvSpPr>
        <p:spPr>
          <a:xfrm>
            <a:off x="1467613" y="3891116"/>
            <a:ext cx="1031434" cy="23916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C6D7EF-A7E8-D59D-A0EC-B59E08A96ED8}"/>
              </a:ext>
            </a:extLst>
          </p:cNvPr>
          <p:cNvSpPr/>
          <p:nvPr/>
        </p:nvSpPr>
        <p:spPr>
          <a:xfrm>
            <a:off x="3411387" y="3891115"/>
            <a:ext cx="1031434" cy="239169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A19601-E5BB-1388-896B-89AB9BF730CD}"/>
              </a:ext>
            </a:extLst>
          </p:cNvPr>
          <p:cNvSpPr/>
          <p:nvPr/>
        </p:nvSpPr>
        <p:spPr>
          <a:xfrm>
            <a:off x="4554847" y="4146755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7376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313211" y="299884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99356" y="68824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486589" y="1312606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9069857" y="161433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541805" y="226326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541805" y="329073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8035011" y="164874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    VL 	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344576" y="442453"/>
            <a:ext cx="1779638" cy="2590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7084360" y="329382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626B8F-0F7F-5215-2B75-F6535A80B784}"/>
              </a:ext>
            </a:extLst>
          </p:cNvPr>
          <p:cNvSpPr/>
          <p:nvPr/>
        </p:nvSpPr>
        <p:spPr>
          <a:xfrm>
            <a:off x="1497825" y="575187"/>
            <a:ext cx="1031434" cy="143305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983A4B-5E00-9FF3-8BE0-0E917D42BF22}"/>
              </a:ext>
            </a:extLst>
          </p:cNvPr>
          <p:cNvSpPr/>
          <p:nvPr/>
        </p:nvSpPr>
        <p:spPr>
          <a:xfrm>
            <a:off x="6184210" y="299884"/>
            <a:ext cx="703356" cy="27333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9CFCD2-E4B0-E4EB-3684-069A93151F40}"/>
              </a:ext>
            </a:extLst>
          </p:cNvPr>
          <p:cNvSpPr/>
          <p:nvPr/>
        </p:nvSpPr>
        <p:spPr>
          <a:xfrm>
            <a:off x="3476328" y="374853"/>
            <a:ext cx="1031434" cy="16333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522362C-6638-6511-4DB0-D2A8BC431F1C}"/>
              </a:ext>
            </a:extLst>
          </p:cNvPr>
          <p:cNvSpPr/>
          <p:nvPr/>
        </p:nvSpPr>
        <p:spPr>
          <a:xfrm>
            <a:off x="2502624" y="3180736"/>
            <a:ext cx="109893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B79025-2823-FFE5-BEE3-D736D10F1D73}"/>
              </a:ext>
            </a:extLst>
          </p:cNvPr>
          <p:cNvSpPr/>
          <p:nvPr/>
        </p:nvSpPr>
        <p:spPr>
          <a:xfrm>
            <a:off x="1497825" y="2163098"/>
            <a:ext cx="1031434" cy="15534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C6D7EF-A7E8-D59D-A0EC-B59E08A96ED8}"/>
              </a:ext>
            </a:extLst>
          </p:cNvPr>
          <p:cNvSpPr/>
          <p:nvPr/>
        </p:nvSpPr>
        <p:spPr>
          <a:xfrm>
            <a:off x="3501397" y="2102872"/>
            <a:ext cx="1031434" cy="15534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A19601-E5BB-1388-896B-89AB9BF730CD}"/>
              </a:ext>
            </a:extLst>
          </p:cNvPr>
          <p:cNvSpPr/>
          <p:nvPr/>
        </p:nvSpPr>
        <p:spPr>
          <a:xfrm>
            <a:off x="4554847" y="4146755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FBB69-8F80-59BB-73C5-68E7CF6BB256}"/>
              </a:ext>
            </a:extLst>
          </p:cNvPr>
          <p:cNvSpPr/>
          <p:nvPr/>
        </p:nvSpPr>
        <p:spPr>
          <a:xfrm>
            <a:off x="-1475636" y="3782962"/>
            <a:ext cx="1779638" cy="2590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8DEBC9-9007-DF40-AA49-632AA5D475AD}"/>
              </a:ext>
            </a:extLst>
          </p:cNvPr>
          <p:cNvSpPr/>
          <p:nvPr/>
        </p:nvSpPr>
        <p:spPr>
          <a:xfrm>
            <a:off x="1451583" y="4519765"/>
            <a:ext cx="1031434" cy="143305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CCE1F2-2919-2A1C-428D-F784E9CE268A}"/>
              </a:ext>
            </a:extLst>
          </p:cNvPr>
          <p:cNvSpPr/>
          <p:nvPr/>
        </p:nvSpPr>
        <p:spPr>
          <a:xfrm>
            <a:off x="3430086" y="4319431"/>
            <a:ext cx="1031434" cy="16333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0F7F17-7BB8-B53A-691B-8551DBBC187F}"/>
              </a:ext>
            </a:extLst>
          </p:cNvPr>
          <p:cNvSpPr/>
          <p:nvPr/>
        </p:nvSpPr>
        <p:spPr>
          <a:xfrm>
            <a:off x="1451583" y="6107676"/>
            <a:ext cx="1031434" cy="15534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9A924C-CDBC-6AB0-BD1B-BD8DD95E353A}"/>
              </a:ext>
            </a:extLst>
          </p:cNvPr>
          <p:cNvSpPr/>
          <p:nvPr/>
        </p:nvSpPr>
        <p:spPr>
          <a:xfrm>
            <a:off x="3455155" y="6047450"/>
            <a:ext cx="1031434" cy="15534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E87EC0-AE2B-ADD7-2AC3-8624A4EB8F17}"/>
              </a:ext>
            </a:extLst>
          </p:cNvPr>
          <p:cNvSpPr/>
          <p:nvPr/>
        </p:nvSpPr>
        <p:spPr>
          <a:xfrm>
            <a:off x="7167769" y="3716595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36B1EA-E319-66C5-A960-3A2B04ED52E7}"/>
              </a:ext>
            </a:extLst>
          </p:cNvPr>
          <p:cNvSpPr/>
          <p:nvPr/>
        </p:nvSpPr>
        <p:spPr>
          <a:xfrm>
            <a:off x="6267619" y="3687097"/>
            <a:ext cx="703356" cy="27333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4052037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1536</TotalTime>
  <Words>258</Words>
  <Application>Microsoft Office PowerPoint</Application>
  <PresentationFormat>Widescreen</PresentationFormat>
  <Paragraphs>438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Feeney, Michael</dc:creator>
  <cp:lastModifiedBy>Feeney, Michael</cp:lastModifiedBy>
  <cp:revision>4</cp:revision>
  <dcterms:created xsi:type="dcterms:W3CDTF">2026-05-13T19:17:02Z</dcterms:created>
  <dcterms:modified xsi:type="dcterms:W3CDTF">2026-05-29T17:06:02Z</dcterms:modified>
</cp:coreProperties>
</file>